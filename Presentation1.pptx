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5749-EDE8-E330-4220-E74A37745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99D4B4-FC2A-9269-3648-77A7A0233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304F3-E028-8427-473F-9B02A565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71CB-6619-E2AF-4FA8-7D31C5FA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F6E86-C8A6-4227-25E4-005A8620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4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797B-6760-AB51-CD8E-5381BE73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ACDC-2AD1-C3C2-E584-5BAF4A74D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9CD0F-7434-64B1-CF8A-FD623172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DB7CB-47F0-ABBA-FA87-23DE65598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58DBB-D566-1030-9C63-F0F4E580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5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7FEF-37DE-2FC3-8643-E4FA069CA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11756-B8E4-5854-2A1C-6AD66836F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DA52-2BA3-2157-016F-56539E8F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12A3A-7DF0-71AA-A451-EC15F25D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AF137-5691-DAC9-B893-99EDD4B5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7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CF3D-2AE3-EA25-FBD5-5CA42F85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B453-1152-99D5-534B-BBDBDF0E0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188AD-EAD3-F6C3-F0ED-0304AD0F8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D141E-314F-DE47-7091-4059138E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ED08F-C421-FCB4-DAF6-10217947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F3A62-F759-CDD0-77DB-5CBA0D92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7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F7BF-CDE3-6176-A582-42EEE49D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0DB90-FCEE-4FAA-226F-78FD4171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2FD9C-50C3-0007-E3ED-0EC22115A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37998F-D12C-96C0-A633-50488F3D1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62641-BE00-1B56-034A-3BD131D52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C3736-AE5A-9205-21D4-97D77439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E270E4-A2C6-3574-A136-AD38E6A2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78C69-E95F-E1E3-816D-CA47CF1D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7CD1-B386-E867-67C2-D5FEE1B5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965FA-95F5-E15B-E9AC-F250DAF3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62BEC-8899-A029-72CB-7E18840D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45AAA-4D0E-E2D6-6C83-1858D743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4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803CF-73F2-85C3-FC2E-EF7193EB9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564FF-F63A-628F-EB74-D1115BD7C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F9121-6E0C-E455-A4B1-F0C0FFD3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7C856-9336-0CFC-2029-FC917F39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7AE8D-EDC8-8723-AAD1-DF466B69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E1734-B00D-EA3B-A73B-B612F378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EDB2F-6996-D215-7B9C-4DD54085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C075-A383-7AB3-50D3-EEF90B2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AB96A-2816-E103-C4D2-A9604481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2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122B-5BB1-60F2-6143-FF21E216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4F696-AC19-B923-DBEC-A77736826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C6F7D-1D5C-685F-CD99-FDD5F8074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865A0-C6DB-ECF2-A9CA-BB2BFBA7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A4BD3-D5D6-C021-A0EE-074FD43E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BE99C-0FDE-31FF-C6A1-A5285BC2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7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2B2C-F924-B609-877E-7B7523BD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1FDD7-9448-13C1-4783-62A9B118E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04CBC-D165-76AE-5694-6CCE5DBA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721FA-D7BD-8D1E-828C-E884EEBD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C109A-641A-377B-5A90-98701BD6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2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BED7C-874E-286D-E536-AB3B4C58F6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FFAB2-3C6D-B28F-179E-9F948FEE9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5F20A-15DA-826C-5DEA-C216DB95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2B8EB-2A33-9F34-2933-EBBAA9D0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6394F-F6C0-E810-8859-63376DA75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1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E5E60-13CE-908F-B5F6-3987A5AA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92B78-5E7E-5125-FCD9-ABBEF6751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AA24-A50B-A1AD-37A7-49A57B8A9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6C9A1-3635-4A59-A3D3-ED01BBEDCD2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CFBB0-5651-C412-038D-FEED90D65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597BD-0702-87F0-9F34-F751E8E3F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EA017-5A28-4749-8380-D3D92D8B1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1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A98A0A-34D2-6CE3-7F67-A33504CBD5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4" r="8624" b="3780"/>
          <a:stretch>
            <a:fillRect/>
          </a:stretch>
        </p:blipFill>
        <p:spPr>
          <a:xfrm>
            <a:off x="4300397" y="-94499"/>
            <a:ext cx="3535800" cy="3535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C935A8-FA6F-FDEC-7B9C-BA6E79F33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5194" y="-100650"/>
            <a:ext cx="3535801" cy="35358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D49F9AA-A55C-43A6-ECDA-435A81EA3BA6}"/>
              </a:ext>
            </a:extLst>
          </p:cNvPr>
          <p:cNvSpPr/>
          <p:nvPr/>
        </p:nvSpPr>
        <p:spPr>
          <a:xfrm>
            <a:off x="4378372" y="-37931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F1696F-A74E-0F33-6468-B1C8C51318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59" y="-106801"/>
            <a:ext cx="3535801" cy="353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0028CA2-4315-EFB3-9AB7-B71A9F564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0397" y="3497871"/>
            <a:ext cx="3535800" cy="35358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E7819D-04B2-D1C2-2C1D-9C16CC87DD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1344" y="3497870"/>
            <a:ext cx="3523501" cy="35235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B61E38B-E925-493B-7D20-B85A6A026C10}"/>
              </a:ext>
            </a:extLst>
          </p:cNvPr>
          <p:cNvSpPr/>
          <p:nvPr/>
        </p:nvSpPr>
        <p:spPr>
          <a:xfrm>
            <a:off x="8054518" y="-37931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0B3E74-4380-3B55-04FD-E8D23B12E263}"/>
              </a:ext>
            </a:extLst>
          </p:cNvPr>
          <p:cNvSpPr/>
          <p:nvPr/>
        </p:nvSpPr>
        <p:spPr>
          <a:xfrm>
            <a:off x="4378372" y="3571828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A0E50B-EE0B-7A9E-8522-D780E5AD986A}"/>
              </a:ext>
            </a:extLst>
          </p:cNvPr>
          <p:cNvSpPr/>
          <p:nvPr/>
        </p:nvSpPr>
        <p:spPr>
          <a:xfrm>
            <a:off x="8054518" y="3571828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B441F83-6B38-C2F3-FC75-31CFE15E9C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0397" y="7107630"/>
            <a:ext cx="3535800" cy="35358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AF702B6-7EEF-D2CF-EA99-CC6E34FEAD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61344" y="7107629"/>
            <a:ext cx="3523501" cy="352350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A10341B2-EFA7-FD60-426C-564BA22BA44A}"/>
              </a:ext>
            </a:extLst>
          </p:cNvPr>
          <p:cNvSpPr/>
          <p:nvPr/>
        </p:nvSpPr>
        <p:spPr>
          <a:xfrm>
            <a:off x="4378372" y="7181587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994B3E-F077-6AD1-D507-115D54D29756}"/>
              </a:ext>
            </a:extLst>
          </p:cNvPr>
          <p:cNvSpPr/>
          <p:nvPr/>
        </p:nvSpPr>
        <p:spPr>
          <a:xfrm>
            <a:off x="8054518" y="7181587"/>
            <a:ext cx="740547" cy="534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B3</a:t>
            </a:r>
          </a:p>
        </p:txBody>
      </p:sp>
    </p:spTree>
    <p:extLst>
      <p:ext uri="{BB962C8B-B14F-4D97-AF65-F5344CB8AC3E}">
        <p14:creationId xmlns:p14="http://schemas.microsoft.com/office/powerpoint/2010/main" val="307096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 Quang Dao</dc:creator>
  <cp:lastModifiedBy>Anh Quang Dao</cp:lastModifiedBy>
  <cp:revision>1</cp:revision>
  <dcterms:created xsi:type="dcterms:W3CDTF">2025-11-14T15:49:20Z</dcterms:created>
  <dcterms:modified xsi:type="dcterms:W3CDTF">2025-11-14T18:06:44Z</dcterms:modified>
</cp:coreProperties>
</file>